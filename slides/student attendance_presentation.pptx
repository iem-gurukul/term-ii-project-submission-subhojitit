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7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911014"/>
          </a:xfrm>
        </p:spPr>
        <p:txBody>
          <a:bodyPr>
            <a:noAutofit/>
          </a:bodyPr>
          <a:lstStyle/>
          <a:p>
            <a:r>
              <a:rPr lang="en-US" sz="4000" b="1" dirty="0">
                <a:solidFill>
                  <a:srgbClr val="00B050"/>
                </a:solidFill>
              </a:rPr>
              <a:t>Advanced Programming(OOP) Lab Project</a:t>
            </a:r>
            <a:br>
              <a:rPr lang="en-US" sz="4000" u="sng" dirty="0"/>
            </a:br>
            <a:br>
              <a:rPr lang="en-US" u="sng" dirty="0"/>
            </a:br>
            <a:r>
              <a:rPr lang="en-US" sz="3600" u="sng" dirty="0">
                <a:solidFill>
                  <a:srgbClr val="7030A0"/>
                </a:solidFill>
              </a:rPr>
              <a:t>Title:</a:t>
            </a:r>
            <a:r>
              <a:rPr lang="en-US" sz="3600" dirty="0">
                <a:solidFill>
                  <a:srgbClr val="7030A0"/>
                </a:solidFill>
              </a:rPr>
              <a:t> </a:t>
            </a:r>
            <a:r>
              <a:rPr sz="3600" dirty="0">
                <a:solidFill>
                  <a:srgbClr val="7030A0"/>
                </a:solidFill>
              </a:rPr>
              <a:t>Student Attendance Management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69109"/>
            <a:ext cx="8229600" cy="3296265"/>
          </a:xfrm>
        </p:spPr>
        <p:txBody>
          <a:bodyPr/>
          <a:lstStyle/>
          <a:p>
            <a:r>
              <a:rPr lang="en-US" sz="3600" i="1" u="sng" dirty="0"/>
              <a:t>Problem Statement</a:t>
            </a:r>
            <a:r>
              <a:rPr lang="en-US" sz="3600" i="1" dirty="0"/>
              <a:t>: Manual attendance is time-consuming and error-prone </a:t>
            </a:r>
          </a:p>
          <a:p>
            <a:r>
              <a:rPr lang="en-US" sz="3600" i="1" u="sng" dirty="0"/>
              <a:t>Target User</a:t>
            </a:r>
            <a:r>
              <a:rPr lang="en-US" sz="3600" i="1" dirty="0"/>
              <a:t>: Teachers / Academic Staff 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i="1" dirty="0">
                <a:solidFill>
                  <a:schemeClr val="accent1">
                    <a:lumMod val="75000"/>
                  </a:schemeClr>
                </a:solidFill>
              </a:rPr>
              <a:t>System Design</a:t>
            </a:r>
            <a:endParaRPr sz="4800" b="1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AA8F0F-8C97-70D6-7F88-A97F6BA518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7871" y="1928008"/>
            <a:ext cx="8608142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Architecture: Modular Object-Oriented Design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Key Classes: User, Student,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AttendanceRecord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,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AttendanceManager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Responsibilities: 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800" dirty="0">
                <a:latin typeface="Bahnschrift" panose="020B0502040204020203" pitchFamily="34" charset="0"/>
              </a:rPr>
              <a:t>      1.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Manage students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      2.Track attendance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      3.Generate reports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Package Structure: Single package with multiple classes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>
                <a:solidFill>
                  <a:schemeClr val="accent4">
                    <a:lumMod val="75000"/>
                  </a:schemeClr>
                </a:solidFill>
              </a:rPr>
              <a:t>OOP Concept Used</a:t>
            </a:r>
            <a:endParaRPr b="1" i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64B9885-A084-5C1A-3427-A56C687CD56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2146379"/>
            <a:ext cx="7624916" cy="3816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Abstraction: Separate classes for different functionalities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Inheritance: Student extends User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Polymorphism: Method overriding in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AttendanceRecord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" panose="020B0502040204020203" pitchFamily="34" charset="0"/>
              </a:rPr>
              <a:t>Design Pattern: Manager class controls system operations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800" b="1" i="1" dirty="0">
                <a:solidFill>
                  <a:schemeClr val="accent6"/>
                </a:solidFill>
              </a:rPr>
              <a:t>Technical Highlights </a:t>
            </a:r>
            <a:endParaRPr sz="4800" b="1" i="1" dirty="0">
              <a:solidFill>
                <a:schemeClr val="accent6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035934-CC2D-1AE6-8B05-F867ECB3B21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199" y="1970847"/>
            <a:ext cx="7516761" cy="3816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HashMap used for storing date-wise attendance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ArrayList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 used for managing student records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File handling used to save data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Bold" panose="020B0502040204020203" pitchFamily="34" charset="0"/>
              </a:rPr>
              <a:t>Chosen for efficiency, flexibility, and scalability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>
                <a:solidFill>
                  <a:srgbClr val="00B050"/>
                </a:solidFill>
              </a:rPr>
              <a:t>Live Demo </a:t>
            </a:r>
            <a:endParaRPr b="1" i="1" dirty="0">
              <a:solidFill>
                <a:srgbClr val="00B05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686EFAF-E6AD-2ED7-FB2F-85798276113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50723" y="2059243"/>
            <a:ext cx="8386014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tantia" panose="02030602050306030303" pitchFamily="18" charset="0"/>
              </a:rPr>
              <a:t>Add student and display list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tantia" panose="02030602050306030303" pitchFamily="18" charset="0"/>
              </a:rPr>
              <a:t>Mark attendance and generate report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tantia" panose="02030602050306030303" pitchFamily="18" charset="0"/>
              </a:rPr>
              <a:t>Show attendance percentage calculation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tantia" panose="02030602050306030303" pitchFamily="18" charset="0"/>
              </a:rPr>
              <a:t>Demonstrate invalid input handling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150</Words>
  <Application>Microsoft Office PowerPoint</Application>
  <PresentationFormat>On-screen Show (4:3)</PresentationFormat>
  <Paragraphs>30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Bahnschrift</vt:lpstr>
      <vt:lpstr>Bahnschrift SemiBold</vt:lpstr>
      <vt:lpstr>Calibri</vt:lpstr>
      <vt:lpstr>Constantia</vt:lpstr>
      <vt:lpstr>Office Theme</vt:lpstr>
      <vt:lpstr>Advanced Programming(OOP) Lab Project  Title: Student Attendance Management System</vt:lpstr>
      <vt:lpstr>System Design</vt:lpstr>
      <vt:lpstr>OOP Concept Used</vt:lpstr>
      <vt:lpstr>Technical Highlights </vt:lpstr>
      <vt:lpstr>Live Demo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Subhojit Chandra</dc:creator>
  <cp:keywords/>
  <dc:description>generated using python-pptx</dc:description>
  <cp:lastModifiedBy>Subhojit Chandra</cp:lastModifiedBy>
  <cp:revision>4</cp:revision>
  <dcterms:created xsi:type="dcterms:W3CDTF">2013-01-27T09:14:16Z</dcterms:created>
  <dcterms:modified xsi:type="dcterms:W3CDTF">2026-03-28T16:24:09Z</dcterms:modified>
  <cp:category/>
</cp:coreProperties>
</file>